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7411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914400"/>
            <a:ext cx="3931920" cy="3931920"/>
          </a:xfrm>
          <a:prstGeom prst="ellipse">
            <a:avLst/>
          </a:prstGeom>
          <a:solidFill>
            <a:srgbClr val="202D6E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AUTODOCS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68680" y="333756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that writes itself, every time you push.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4069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EB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Tanishq Rastogi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documentation is easy to start and easy to forget.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3045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0304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 get outdated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describes an older version of the project, not what the code does today.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757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1975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7197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4617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has 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189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Updating docs always loses out to shipping the next feature.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8650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40905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4090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1510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 is hard to see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082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team members can't quickly tell how the different parts of the code fit together.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5543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09835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983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8403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 doesn't cover this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2975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pipelines run tests and deployments, but nothing keeps documentation in sync.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AutoDocs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in your CI/CD pipeline. Documentation that updates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93852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your code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188720" y="2313432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languages, frameworks, entry points, and dependencies — then parses functions, call graphs, and API routes.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8152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815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054096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real documentation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188720" y="342900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README overview, an API endpoint reference table, and a Mermaid architecture diagram.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97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6966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your edits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88720" y="4544568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regenerates its own marked sections — anything you write by hand is never touched.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31266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3126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2852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changes safely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88720" y="5660136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to a dedicated branch, opens a PR, and auto-merges only when there's no conflict.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58000" y="1965960"/>
            <a:ext cx="4754880" cy="4343400"/>
          </a:xfrm>
          <a:prstGeom prst="roundRect">
            <a:avLst>
              <a:gd name="adj" fmla="val 1684"/>
            </a:avLst>
          </a:prstGeom>
          <a:solidFill>
            <a:srgbClr val="141A47"/>
          </a:solidFill>
          <a:ln/>
          <a:effectLst>
            <a:outerShdw blurRad="127000" dist="38100" dir="5400000" algn="bl" rotWithShape="0">
              <a:srgbClr val="1E2761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086600" y="2167128"/>
            <a:ext cx="128016" cy="128016"/>
          </a:xfrm>
          <a:prstGeom prst="ellipse">
            <a:avLst/>
          </a:prstGeom>
          <a:solidFill>
            <a:srgbClr val="E856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296912" y="2167128"/>
            <a:ext cx="128016" cy="128016"/>
          </a:xfrm>
          <a:prstGeom prst="ellipse">
            <a:avLst/>
          </a:prstGeom>
          <a:solidFill>
            <a:srgbClr val="E5B9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507224" y="2167128"/>
            <a:ext cx="128016" cy="128016"/>
          </a:xfrm>
          <a:prstGeom prst="ellipse">
            <a:avLst/>
          </a:prstGeom>
          <a:solidFill>
            <a:srgbClr val="4CB772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0" y="20939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178040" y="2560320"/>
            <a:ext cx="41148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Overview
</a:t>
            </a:r>
            <a:r>
              <a:rPr lang="en-US" sz="105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 language: Python
Frameworks: Flask
</a:t>
            </a: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API Endpoints
</a:t>
            </a:r>
            <a:r>
              <a:rPr lang="en-US" sz="105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 /users/&lt;id&gt;  → get_user
POST /users       → create_user
</a:t>
            </a: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Architecture
</a:t>
            </a:r>
            <a:r>
              <a:rPr lang="en-US" sz="105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```mermaid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 TD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get_user --&gt; fetch_user_from_db</a:t>
            </a:r>
            <a:endParaRPr lang="en-US" sz="12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C7CE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Architecture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flows through seven stages, each independent and independently testable.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237744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901952" y="2377440"/>
            <a:ext cx="2804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82368" y="23774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82368" y="237744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35680" y="2377440"/>
            <a:ext cx="2804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16096" y="23774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16096" y="237744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69408" y="2377440"/>
            <a:ext cx="2804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49824" y="23774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49824" y="237744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03136" y="2377440"/>
            <a:ext cx="2804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083552" y="23774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83552" y="237744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436864" y="2377440"/>
            <a:ext cx="2804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717280" y="23774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717280" y="237744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(safe)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70592" y="2377440"/>
            <a:ext cx="28041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55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351008" y="2377440"/>
            <a:ext cx="1353312" cy="1188720"/>
          </a:xfrm>
          <a:prstGeom prst="roundRect">
            <a:avLst>
              <a:gd name="adj" fmla="val 6923"/>
            </a:avLst>
          </a:prstGeom>
          <a:solidFill>
            <a:srgbClr val="2E9E6D"/>
          </a:solidFill>
          <a:ln/>
          <a:effectLst>
            <a:outerShdw blurRad="63500" dist="25400" dir="5400000" algn="bl" rotWithShape="0">
              <a:srgbClr val="1E2761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351008" y="2377440"/>
            <a:ext cx="135331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&amp;</a:t>
            </a:r>
            <a:endParaRPr lang="en-US" sz="1300" dirty="0"/>
          </a:p>
          <a:p>
            <a:pPr marL="0" indent="0" algn="ctr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Scan  </a:t>
            </a:r>
            <a:r>
              <a:rPr lang="en-US" sz="1250" dirty="0">
                <a:solidFill>
                  <a:srgbClr val="5B6280"/>
                </a:solidFill>
              </a:rPr>
              <a:t>Languages, frameworks, entry points, dependencies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44805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Analyze  </a:t>
            </a:r>
            <a:r>
              <a:rPr lang="en-US" sz="1250" dirty="0">
                <a:solidFill>
                  <a:srgbClr val="5B6280"/>
                </a:solidFill>
              </a:rPr>
              <a:t>Python AST → functions, call graph, Flask/FastAPI routes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4937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Diagram  </a:t>
            </a:r>
            <a:r>
              <a:rPr lang="en-US" sz="1250" dirty="0">
                <a:solidFill>
                  <a:srgbClr val="5B6280"/>
                </a:solidFill>
              </a:rPr>
              <a:t>Structured data → Mermaid graph text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Render  </a:t>
            </a:r>
            <a:r>
              <a:rPr lang="en-US" sz="1250" dirty="0">
                <a:solidFill>
                  <a:srgbClr val="5B6280"/>
                </a:solidFill>
              </a:rPr>
              <a:t>Data → formatted Markdown sections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12648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Write  </a:t>
            </a:r>
            <a:r>
              <a:rPr lang="en-US" sz="1250" dirty="0">
                <a:solidFill>
                  <a:srgbClr val="5B6280"/>
                </a:solidFill>
              </a:rPr>
              <a:t>Marker-based insert into README.md, preserving manual edits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126480" y="459028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Commit  </a:t>
            </a:r>
            <a:r>
              <a:rPr lang="en-US" sz="1250" dirty="0">
                <a:solidFill>
                  <a:srgbClr val="5B6280"/>
                </a:solidFill>
              </a:rPr>
              <a:t>Dedicated bot branch, fetch/rebase/retry on conflict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126480" y="515721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PR &amp; Merge  </a:t>
            </a:r>
            <a:r>
              <a:rPr lang="en-US" sz="1250" dirty="0">
                <a:solidFill>
                  <a:srgbClr val="5B6280"/>
                </a:solidFill>
              </a:rPr>
              <a:t>Opens PR; auto-merges when clean, else waits for review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Choices made deliberately, and what they trade off.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76272"/>
            <a:ext cx="457200" cy="45720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201168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Section-based README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297680" y="201168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Marker comments wrap only generated content — hand-written sections survive every regeneration untouched.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27355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73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10896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Language-agnostic schema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297680" y="310896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Scanner output uses generic field names (method/path/handler), so JS/TS support later needs no redesign.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11480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370832"/>
            <a:ext cx="457200" cy="45720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20624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branch, not direct-to-main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297680" y="420624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land on autodocs/docs-update, then merge via PR — a developer's local main is never surprised mid-session.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64240" cy="960120"/>
          </a:xfrm>
          <a:prstGeom prst="roundRect">
            <a:avLst>
              <a:gd name="adj" fmla="val 6667"/>
            </a:avLst>
          </a:prstGeom>
          <a:solidFill>
            <a:srgbClr val="F7F9F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5468112"/>
            <a:ext cx="457200" cy="457200"/>
          </a:xfrm>
          <a:prstGeom prst="ellipse">
            <a:avLst/>
          </a:prstGeom>
          <a:solidFill>
            <a:srgbClr val="2E9E6D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4681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508760" y="53035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 only when clean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297680" y="5303520"/>
            <a:ext cx="7040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Docs-only, low-risk changes merge automatically; anything conflicting is left for human review.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a deliberately small, dependency-light footprint.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solidFill>
            <a:srgbClr val="27358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352958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41248" y="409651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995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— CLI framework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41248" y="46634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5628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pathspec — .gitignore matching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41248" y="523036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51297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tomllib — built-in TOML parsing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20116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141A47"/>
          </a:solidFill>
          <a:ln/>
        </p:spPr>
      </p:sp>
      <p:sp>
        <p:nvSpPr>
          <p:cNvPr id="17" name="Shape 15"/>
          <p:cNvSpPr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solidFill>
            <a:srgbClr val="273584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17720" y="2926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36008" y="352958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— Python code parsing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636008" y="409651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995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call-graph filtering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636008" y="46634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45628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/ FastAPI route detection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38160" y="201168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141A47"/>
          </a:solidFill>
          <a:ln/>
        </p:spPr>
      </p:sp>
      <p:sp>
        <p:nvSpPr>
          <p:cNvPr id="27" name="Shape 25"/>
          <p:cNvSpPr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solidFill>
            <a:srgbClr val="273584"/>
          </a:solidFill>
          <a:ln/>
        </p:spPr>
      </p:sp>
      <p:sp>
        <p:nvSpPr>
          <p:cNvPr id="28" name="Text 26"/>
          <p:cNvSpPr/>
          <p:nvPr/>
        </p:nvSpPr>
        <p:spPr>
          <a:xfrm>
            <a:off x="8412480" y="2286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12480" y="29260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430768" y="352958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9"/>
          <p:cNvSpPr/>
          <p:nvPr/>
        </p:nvSpPr>
        <p:spPr>
          <a:xfrm>
            <a:off x="8641080" y="34290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GitHub REST API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430768" y="409651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31"/>
          <p:cNvSpPr/>
          <p:nvPr/>
        </p:nvSpPr>
        <p:spPr>
          <a:xfrm>
            <a:off x="8641080" y="3995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PyYAML — config parsing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430768" y="466344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3"/>
          <p:cNvSpPr/>
          <p:nvPr/>
        </p:nvSpPr>
        <p:spPr>
          <a:xfrm>
            <a:off x="8641080" y="45628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(reusable workflow)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Solving the Real Risk: Git Conflicts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automated bot pushing to a shared branch is a classic source of broken pipelines.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160520"/>
          </a:xfrm>
          <a:prstGeom prst="roundRect">
            <a:avLst>
              <a:gd name="adj" fmla="val 1758"/>
            </a:avLst>
          </a:prstGeom>
          <a:solidFill>
            <a:srgbClr val="FDF2F0"/>
          </a:solidFill>
          <a:ln w="12700">
            <a:solidFill>
              <a:srgbClr val="E8564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safeguards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42316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commits straight to main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08152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308152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teammate pushes seconds later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373989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3739896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Force-push silently overwrites work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39826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4398264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main gets out of sync unexpectedly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505663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505663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re-triggers itself on its own commit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737360"/>
            <a:ext cx="5669280" cy="4160520"/>
          </a:xfrm>
          <a:prstGeom prst="roundRect">
            <a:avLst>
              <a:gd name="adj" fmla="val 1758"/>
            </a:avLst>
          </a:prstGeom>
          <a:solidFill>
            <a:srgbClr val="F0FAF5"/>
          </a:solidFill>
          <a:ln w="12700">
            <a:solidFill>
              <a:srgbClr val="2E9E6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920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AutoDocs' approach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4231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bot branch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29400" y="273405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autodocs/docs-update — never touches main directly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263640" y="326440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326440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→ rebase → retry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629400" y="35753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retry loop absorbs overlapping pipeline runs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63640" y="410565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10565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[skip ci] tag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629400" y="441655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the bot's own commit from re-triggering itself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263640" y="494690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494690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conditional auto-merge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629400" y="5257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only when mergeable; conflicts wait for a human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Integration: One File, Any Project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dashboard — just a GitHub Actions reusable workflow.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114800"/>
          </a:xfrm>
          <a:prstGeom prst="roundRect">
            <a:avLst>
              <a:gd name="adj" fmla="val 1556"/>
            </a:avLst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.github/workflows/docs.yml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6126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Docs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docs: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uses: user/autodocs/.github/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workflows/autodocs.yml@main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secrets: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github-token: ${{ secrets.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GITHUB_TOKEN }}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permissions: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contents: write</a:t>
            </a:r>
            <a:endParaRPr lang="en-US" sz="11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D8E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pull-requests: write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589520" y="21031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75320" y="21031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workflow file to your repo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589520" y="30175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3017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30175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“Allow Actions to create PRs” (one-time)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589520" y="3931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0" y="3931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393192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— AutoDocs runs automatically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589520" y="4983480"/>
            <a:ext cx="4069080" cy="1371600"/>
          </a:xfrm>
          <a:prstGeom prst="roundRect">
            <a:avLst>
              <a:gd name="adj" fmla="val 4667"/>
            </a:avLst>
          </a:prstGeom>
          <a:solidFill>
            <a:srgbClr val="FFF6E9"/>
          </a:solidFill>
          <a:ln w="12700">
            <a:solidFill>
              <a:srgbClr val="C97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512064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A5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 required — uses GitHub's built-in GITHUB_TOKEN, provided automatically to every workflow run.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look at what the tool doesn't do yet.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03045" y="228600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6" name="Text 4"/>
          <p:cNvSpPr/>
          <p:nvPr/>
        </p:nvSpPr>
        <p:spPr>
          <a:xfrm>
            <a:off x="150304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projects only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and route detection currently covers Python (Flask/FastAPI). Other languages are only partially recognized.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757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1975" y="228600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1" name="Text 9"/>
          <p:cNvSpPr/>
          <p:nvPr/>
        </p:nvSpPr>
        <p:spPr>
          <a:xfrm>
            <a:off x="437197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4617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narrative summary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9189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docs are structured (tables, diagrams) rather than a written explanation of what the project is for.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8650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40905" y="228600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16" name="Text 14"/>
          <p:cNvSpPr/>
          <p:nvPr/>
        </p:nvSpPr>
        <p:spPr>
          <a:xfrm>
            <a:off x="724090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1510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 default branch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6082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conventional main-branch workflow; more complex branching strategies aren't yet supported.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55430" y="1920240"/>
            <a:ext cx="2548890" cy="3931920"/>
          </a:xfrm>
          <a:prstGeom prst="roundRect">
            <a:avLst>
              <a:gd name="adj" fmla="val 3587"/>
            </a:avLst>
          </a:prstGeom>
          <a:solidFill>
            <a:srgbClr val="F7F9FC"/>
          </a:solidFill>
          <a:ln/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109835" y="2286000"/>
            <a:ext cx="640080" cy="640080"/>
          </a:xfrm>
          <a:prstGeom prst="ellipse">
            <a:avLst/>
          </a:prstGeom>
          <a:solidFill>
            <a:srgbClr val="C97A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109835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384030" y="3154680"/>
            <a:ext cx="209169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Requires one manual setting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429750" y="3794760"/>
            <a:ext cx="200025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repository-level permission has to be enabled once before pull requests can be created automatically.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&amp;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pipeline is complete and tested end-to-end on live GitHub Actions.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9E6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scanner (languages, frameworks, deps)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25328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call graph + API route extraction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29169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91693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Mermaid diagram generation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3009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3300984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Section-aware README writer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850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68503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git commit / PR / auto-merge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06908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init-pipeline: generates full CI/CD config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45312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45312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GitHub Actions workflow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48371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9E6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837176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.autodocs.yml configuration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5358384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7F9FC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52297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live on GitHub Actions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843016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end-to-end on a real repository: scan, write, commit, PR, and merge all executed inside GitHub's own infrastructure, not just locally.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92240" y="21488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812280" y="21488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language support beyond Python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25328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812280" y="253288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plain-language project summary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92240" y="291693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12280" y="2916936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additional branching workflows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92240" y="330098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7A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812280" y="3300984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the one-time permission setup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92240" y="3794760"/>
            <a:ext cx="5120640" cy="2057400"/>
          </a:xfrm>
          <a:prstGeom prst="roundRect">
            <a:avLst>
              <a:gd name="adj" fmla="val 3556"/>
            </a:avLst>
          </a:prstGeom>
          <a:solidFill>
            <a:srgbClr val="F7F9FC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397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extensibility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766560" y="4315968"/>
            <a:ext cx="45720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scanner's output uses generic field names rather than framework-specific ones, so new languages and frameworks can be added without reshaping data every other stage depends on.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10312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1463040"/>
            <a:ext cx="4206240" cy="4206240"/>
          </a:xfrm>
          <a:prstGeom prst="ellipse">
            <a:avLst/>
          </a:prstGeom>
          <a:solidFill>
            <a:srgbClr val="202D6E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389120"/>
            <a:ext cx="5029200" cy="50292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7889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0" y="37490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AutoDocs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</Words>
  <Application>Microsoft Office PowerPoint</Application>
  <PresentationFormat>Widescreen</PresentationFormat>
  <Paragraphs>221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tanishq rastogi</cp:lastModifiedBy>
  <cp:revision>2</cp:revision>
  <dcterms:created xsi:type="dcterms:W3CDTF">2026-07-12T17:13:46Z</dcterms:created>
  <dcterms:modified xsi:type="dcterms:W3CDTF">2026-07-12T17:19:22Z</dcterms:modified>
</cp:coreProperties>
</file>